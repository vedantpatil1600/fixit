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Unreliable repair services in urban areas</a:t>
            </a:r>
          </a:p>
          <a:p>
            <a:pPr>
              <a:defRPr sz="1800"/>
            </a:pPr>
            <a:r>
              <a:t>No single platform for all services</a:t>
            </a:r>
          </a:p>
          <a:p>
            <a:pPr>
              <a:defRPr sz="1800"/>
            </a:pPr>
            <a:r>
              <a:t>Trust issues with technicians</a:t>
            </a:r>
          </a:p>
          <a:p>
            <a:pPr>
              <a:defRPr sz="1800"/>
            </a:pPr>
            <a:r>
              <a:t>Hidden pricing</a:t>
            </a:r>
          </a:p>
          <a:p>
            <a:pPr>
              <a:defRPr sz="1800"/>
            </a:pPr>
            <a:r>
              <a:t>Slow emergency response</a:t>
            </a:r>
          </a:p>
          <a:p>
            <a:pPr>
              <a:defRPr sz="1800"/>
            </a:pPr>
            <a:r>
              <a:t>No maintenance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Existing Solutions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Urban Company – expensive</a:t>
            </a:r>
          </a:p>
          <a:p>
            <a:pPr>
              <a:defRPr sz="1800"/>
            </a:pPr>
            <a:r>
              <a:t>Justdial – no service guarantee</a:t>
            </a:r>
          </a:p>
          <a:p>
            <a:pPr>
              <a:defRPr sz="1800"/>
            </a:pPr>
            <a:r>
              <a:t>Local technicians – inconsistent</a:t>
            </a:r>
          </a:p>
          <a:p>
            <a:pPr>
              <a:defRPr sz="1800"/>
            </a:pPr>
            <a:r>
              <a:t>No instant emergency support</a:t>
            </a:r>
          </a:p>
          <a:p>
            <a:pPr>
              <a:defRPr sz="1800"/>
            </a:pPr>
            <a:r>
              <a:t>Lack of transparency</a:t>
            </a:r>
          </a:p>
          <a:p>
            <a:pPr>
              <a:defRPr sz="1800"/>
            </a:pPr>
            <a:r>
              <a:t>Weak after-service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All-in-one repair platform</a:t>
            </a:r>
          </a:p>
          <a:p>
            <a:pPr>
              <a:defRPr sz="1800"/>
            </a:pPr>
            <a:r>
              <a:t>Verified professionals</a:t>
            </a:r>
          </a:p>
          <a:p>
            <a:pPr>
              <a:defRPr sz="1800"/>
            </a:pPr>
            <a:r>
              <a:t>Transparent pricing</a:t>
            </a:r>
          </a:p>
          <a:p>
            <a:pPr>
              <a:defRPr sz="1800"/>
            </a:pPr>
            <a:r>
              <a:t>30–60 min emergency service</a:t>
            </a:r>
          </a:p>
          <a:p>
            <a:pPr>
              <a:defRPr sz="1800"/>
            </a:pPr>
            <a:r>
              <a:t>Service tracking dashboard</a:t>
            </a:r>
          </a:p>
          <a:p>
            <a:pPr>
              <a:defRPr sz="1800"/>
            </a:pPr>
            <a:r>
              <a:t>Business subscription plans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Commission per service</a:t>
            </a:r>
          </a:p>
          <a:p>
            <a:pPr>
              <a:defRPr sz="1800"/>
            </a:pPr>
            <a:r>
              <a:t>Subscription plans</a:t>
            </a:r>
          </a:p>
          <a:p>
            <a:pPr>
              <a:defRPr sz="1800"/>
            </a:pPr>
            <a:r>
              <a:t>Emergency service charges</a:t>
            </a:r>
          </a:p>
          <a:p>
            <a:pPr>
              <a:defRPr sz="1800"/>
            </a:pPr>
            <a:r>
              <a:t>Brand partnerships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Build trust in repair services</a:t>
            </a:r>
          </a:p>
          <a:p>
            <a:pPr>
              <a:defRPr sz="1800"/>
            </a:pPr>
            <a:r>
              <a:t>Reduce downtime</a:t>
            </a:r>
          </a:p>
          <a:p>
            <a:pPr>
              <a:defRPr sz="1800"/>
            </a:pPr>
            <a:r>
              <a:t>Save time and money</a:t>
            </a:r>
          </a:p>
          <a:p>
            <a:pPr>
              <a:defRPr sz="1800"/>
            </a:pPr>
            <a:r>
              <a:t>Scale across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